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8" r:id="rId9"/>
    <p:sldId id="267" r:id="rId10"/>
    <p:sldId id="264" r:id="rId11"/>
    <p:sldId id="269" r:id="rId12"/>
    <p:sldId id="270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6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1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47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Parking Space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Reservation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</a:rPr>
              <a:t>A cloud-based high-concurrency reservation system built on GCP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Sam Nguyen  ·  Probation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Project overview &amp; requirements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80 parking spaces · 1,000 users competing every evening at 8 PM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System requirements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1,000 users competing simultaneously — FCFS controlled by backend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Each vehicle can only reserve one parking space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Simple deposit function — no withdrawal needed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Handle duplicate reservations from high concurrency + autoscaling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Technical requirements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User login with encrypted passwords (AES / RSA)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Cloud SQL — SSL only, Private IP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Services: Cloud Run, Cloud SQL, KMS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Simple frontend — not the focus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Stress test: 1,500 TPS × 3 consecutive minutes (k6)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Changes after feedback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Remove parking-outbox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Avoid over-architecture — API publishes to Pub/Sub directly. Simpler flow.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3444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71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PULL → PUSH mode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Cloud Run is stateless and request-driven. PUSH lets Pub/Sub trigger HTTP requests → Cloud Run scales naturally, cost goes to zero when idle.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Ordering key for FCFS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Pub/Sub ordering key space:{id}:{date} — all messages for the same space are delivered sequentially.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92608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More aggressive caching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6118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Redis handles user info, space availability, and duplicate detection — DB is only touched for the final write.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What happens under high concurrency?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1,000 users hit the reserve endpoint simultaneously at 8 PM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DB overload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1,500 concurrent requests hit the database directly. Connection pool exhausted in seconds → requests timeout → 500 errors cascade.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228600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Request time out, 500 internal sever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Race condition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Two users check slot availability at the same time — both see "available" → both reserve → one slot confirmed twice. FCFS is broken.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4206240"/>
            <a:ext cx="228600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2 users confirmed for space #1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High latency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Every request queries DB — even those that will be rejected. Unnecessary load drives P95 to 15s+ under stress.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206240"/>
            <a:ext cx="228600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Fail stress test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Redis cache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Redis acts as the first line of defence — most requests never touch the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Cache-aside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" y="1728216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rgbClr val="64748B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- App checks Redis first. </a:t>
            </a:r>
          </a:p>
          <a:p>
            <a:pPr marL="0" indent="0">
              <a:buNone/>
            </a:pPr>
            <a:endParaRPr lang="en-US" sz="1000" dirty="0">
              <a:solidFill>
                <a:srgbClr val="64748B"/>
              </a:solidFill>
            </a:endParaRPr>
          </a:p>
          <a:p>
            <a:r>
              <a:rPr lang="en-US" sz="1000" dirty="0">
                <a:solidFill>
                  <a:srgbClr val="64748B"/>
                </a:solidFill>
              </a:rPr>
              <a:t>   + On hit → return immediately.</a:t>
            </a:r>
          </a:p>
          <a:p>
            <a:endParaRPr lang="en-US" sz="1000" dirty="0">
              <a:solidFill>
                <a:srgbClr val="64748B"/>
              </a:solidFill>
            </a:endParaRPr>
          </a:p>
          <a:p>
            <a:r>
              <a:rPr lang="en-US" sz="1000" dirty="0">
                <a:solidFill>
                  <a:srgbClr val="64748B"/>
                </a:solidFill>
              </a:rPr>
              <a:t>   + On miss → read from DB → write to Redis</a:t>
            </a:r>
          </a:p>
          <a:p>
            <a:pPr marL="0" indent="0">
              <a:buNone/>
            </a:pPr>
            <a:endParaRPr lang="en-US" sz="1000" dirty="0">
              <a:solidFill>
                <a:srgbClr val="64748B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- DB is never the default path.</a:t>
            </a:r>
          </a:p>
          <a:p>
            <a:pPr marL="0" indent="0">
              <a:buNone/>
            </a:pPr>
            <a:endParaRPr lang="en-US" sz="1000" dirty="0">
              <a:solidFill>
                <a:srgbClr val="64748B"/>
              </a:solidFill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3444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Handle fail fast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0420" y="1907193"/>
            <a:ext cx="2286000" cy="1329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Early rejection at Redis</a:t>
            </a:r>
          </a:p>
          <a:p>
            <a:pPr mar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After worker confirms a slot </a:t>
            </a:r>
          </a:p>
          <a:p>
            <a:pPr marL="228600" indent="-228600">
              <a:buAutoNum type="arabicPeriod"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Redis updated immediately. </a:t>
            </a:r>
          </a:p>
          <a:p>
            <a:pPr marL="228600" indent="-228600">
              <a:buAutoNum type="arabicPeriod"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All remaining message validate against Redis first -&gt; reject instantly</a:t>
            </a:r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Result: </a:t>
            </a:r>
            <a:r>
              <a:rPr lang="en-US" sz="1100" dirty="0">
                <a:solidFill>
                  <a:srgbClr val="0F766E"/>
                </a:solidFill>
              </a:rPr>
              <a:t>The vast majority of requests are rejected directly at Redis — no DB query needed. Connection pool stays healthy under full load.</a:t>
            </a:r>
            <a:endParaRPr lang="en-US" sz="11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2087272-D6D6-134A-9CE6-ABEB8EAC9C8F}"/>
              </a:ext>
            </a:extLst>
          </p:cNvPr>
          <p:cNvSpPr/>
          <p:nvPr/>
        </p:nvSpPr>
        <p:spPr>
          <a:xfrm>
            <a:off x="6146924" y="12344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54FBE2BE-F11D-F848-9272-3C34396C935C}"/>
              </a:ext>
            </a:extLst>
          </p:cNvPr>
          <p:cNvSpPr/>
          <p:nvPr/>
        </p:nvSpPr>
        <p:spPr>
          <a:xfrm>
            <a:off x="6146924" y="123444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7F71793-0F64-C743-942F-F8739B8A0549}"/>
              </a:ext>
            </a:extLst>
          </p:cNvPr>
          <p:cNvSpPr/>
          <p:nvPr/>
        </p:nvSpPr>
        <p:spPr>
          <a:xfrm>
            <a:off x="6329804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Idempotency key</a:t>
            </a:r>
            <a:endParaRPr lang="en-US" sz="13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6A33C96-97D6-BB48-8884-9D36FD8F8E89}"/>
              </a:ext>
            </a:extLst>
          </p:cNvPr>
          <p:cNvSpPr/>
          <p:nvPr/>
        </p:nvSpPr>
        <p:spPr>
          <a:xfrm>
            <a:off x="6306944" y="1907193"/>
            <a:ext cx="2286000" cy="1329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Prevent double process</a:t>
            </a:r>
          </a:p>
          <a:p>
            <a:pPr mar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User clicks reserve → save key in Redis</a:t>
            </a:r>
          </a:p>
          <a:p>
            <a:pPr>
              <a:buFont typeface="+mj-lt"/>
              <a:buAutoNum type="arabicPeriod"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User clicks again → key exists → rejected immediately</a:t>
            </a:r>
          </a:p>
          <a:p>
            <a:pPr>
              <a:buFont typeface="+mj-lt"/>
              <a:buAutoNum type="arabicPeriod"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Key will release after transaction done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2115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First Come First Served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Ordering key space:{id}:{date} — messages for the same space are always delivered in order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Timeline — space:5:2026-06-14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73736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3736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User A — 20:00:00.001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75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Published first → msg #1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237744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359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User B — 20:00:00.002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615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Published second → msg #2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301752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999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User C — 20:00:00.003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255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Published third → msg #3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49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Pub/Sub delivers in order: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43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23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msg #1 → 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4023360"/>
            <a:ext cx="1143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4023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msg #2 waits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4023360"/>
            <a:ext cx="11430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4023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msg #3 waits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234440"/>
            <a:ext cx="3931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399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Wait for ACK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1737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Pub/Sub does not deliver the next message until the current one is ACKed (HTTP 200). Two reservations for the same space are never processed in parallel.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0632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063240"/>
            <a:ext cx="3931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227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Result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User A (20:00:00.001) is always confirmed first. User B and C are rejected naturally by validate on cache.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Connection pool sizing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Balanced across services to stay within Cloud SQL limits while handling peak load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parking-api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Memory: 2 GB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737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CPU: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Min: 3 / Max: 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214884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148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Concurrency: 300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Hikari pool: 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393192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300 × 6 = 1,800 concurrent  &gt;  1,500 TPS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101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 × 6 = 60 DB connections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39319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parking-worker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173736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737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Memory: 1 GB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73736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737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CPU: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214884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148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Min: 1 / Max: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214884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2148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Concurrency: 100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2560320"/>
            <a:ext cx="17373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560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Hikari pool: 30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971800"/>
            <a:ext cx="393192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30 × 2 = 60 DB connections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0F9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Cloud SQL max connections: 150     Total used (60 + 60): </a:t>
            </a:r>
            <a:r>
              <a:rPr lang="en-US" sz="1200" b="1" dirty="0">
                <a:solidFill>
                  <a:srgbClr val="0D9488"/>
                </a:solidFill>
              </a:rPr>
              <a:t>120 / 150 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Known limitations &amp; workarounds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VN" dirty="0"/>
              <a:t>ß</a:t>
            </a:r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0604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Limitation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No real-time notification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When the worker confirms or cancels a reservation, there is no push notification back to the user. WebSocket / SSE not implemented due to time constraints.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34440"/>
            <a:ext cx="260604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234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</a:rPr>
              <a:t>Current workaround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Frontend polling + cache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96596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Frontend polls GET /api/user/info periodically. Response is fully cached in Redis — all polling hits cache only, zero DB queries.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234440"/>
            <a:ext cx="26060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34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</a:rPr>
              <a:t>Suggested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WebSocket / SSE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96596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Worker publishes status update to a dedicated channel. Server pushes confirmation or cancellation directly to the connected client — no polling needed.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28F460-BB0D-5242-AEDB-E6B05F196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52002" cy="51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22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Stress test with k6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1,000 users competing simultaneously · 1,500 TPS · 4 consecutive minutes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Expected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Only 80 reservations succeed — all others rejected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P99 &lt; 3,000ms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P95 &lt; 2,000ms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</a:rPr>
              <a:t>No 5xx server errors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Actual base on my latest 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Reserved 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80 / 80 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084832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167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P95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167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357 </a:t>
            </a:r>
            <a:r>
              <a:rPr lang="en-US" sz="1100" b="1" dirty="0" err="1">
                <a:solidFill>
                  <a:srgbClr val="0D9488"/>
                </a:solidFill>
              </a:rPr>
              <a:t>ms</a:t>
            </a:r>
            <a:r>
              <a:rPr lang="en-US" sz="1100" b="1" dirty="0">
                <a:solidFill>
                  <a:srgbClr val="0D9488"/>
                </a:solidFill>
              </a:rPr>
              <a:t>  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514600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596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P99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25968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491 </a:t>
            </a:r>
            <a:r>
              <a:rPr lang="en-US" sz="1100" b="1" dirty="0" err="1">
                <a:solidFill>
                  <a:srgbClr val="0D9488"/>
                </a:solidFill>
              </a:rPr>
              <a:t>ms</a:t>
            </a:r>
            <a:r>
              <a:rPr lang="en-US" sz="1100" b="1" dirty="0">
                <a:solidFill>
                  <a:srgbClr val="0D9488"/>
                </a:solidFill>
              </a:rPr>
              <a:t>  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944368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026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Server errors (5xx)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30266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0  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374136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How I worked with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Dual-agent setup — AI covered every role a team would normally fill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99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Dual-agent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Claude reviewed, suggested, and cross-checked, Cursor -  implemented code.  Two AIs reviewing each other before committing.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99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AI as team member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Pair-Programmer · Reviewer · Troubleshooter · Researcher · Tech Writer — one tool, all roles.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17520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AI helped with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Idea → Code → Debug → Infra commands → Refactor → Docs → Research → Stress test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01752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17520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Code flow management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AI tracked context across sessions — architecture decisions, changes, and the reasoning behind each implementation.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Strengths &amp; 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Working with AI — what worked well and what required extra attention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393192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Strengths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Speed — from idea to working code in hours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Research — complex concepts explained instantly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Debug — root cause identified faster than solo search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592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18" name="Text 16"/>
          <p:cNvSpPr/>
          <p:nvPr/>
        </p:nvSpPr>
        <p:spPr>
          <a:xfrm>
            <a:off x="749808" y="30540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Always available for answer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23444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393192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</a:rPr>
              <a:t>Challenges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17190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Context limit — long sessions lose early context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1945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Confident but wrong — must always verify output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6700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2624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Theory vs reality — GCP config needed manual fix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13440" y="32141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312159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Prompt quality- verify output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</a:rPr>
              <a:t>Lessons learned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Simple over complex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Any design can work — but keep it simple and maintainable. Don't over-engineer what doesn't need to be complex.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235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End-to-end GCP ownership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Deployed a full project on GCP — from infrastructure setup to debugging, monitoring, and optimising resource costs in production.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AI as a work partner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Used AI throughout — ideation, pair coding, review, debugging, documentation, and research. Solo project, but never working alone.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Open to feedback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Solo project, but embracing feedback openly led to better ideas and the right direction. The team's input made it more complete.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EEAD4"/>
                </a:solidFill>
              </a:rPr>
              <a:t>Questions &amp;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3383280"/>
            <a:ext cx="3657600" cy="10058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https://</a:t>
            </a:r>
            <a:r>
              <a:rPr lang="en-US" sz="1100" dirty="0" err="1">
                <a:solidFill>
                  <a:schemeClr val="bg1"/>
                </a:solidFill>
              </a:rPr>
              <a:t>github.com</a:t>
            </a:r>
            <a:r>
              <a:rPr lang="en-US" sz="1100" dirty="0">
                <a:solidFill>
                  <a:schemeClr val="bg1"/>
                </a:solidFill>
              </a:rPr>
              <a:t>/</a:t>
            </a:r>
            <a:r>
              <a:rPr lang="en-US" sz="1100" dirty="0" err="1">
                <a:solidFill>
                  <a:schemeClr val="bg1"/>
                </a:solidFill>
              </a:rPr>
              <a:t>samnguyen-eng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6A8C"/>
                </a:solidFill>
              </a:rPr>
              <a:t>Probation Project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</TotalTime>
  <Words>1190</Words>
  <Application>Microsoft Macintosh PowerPoint</Application>
  <PresentationFormat>On-screen Show (16:9)</PresentationFormat>
  <Paragraphs>197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Space Reservation System</dc:title>
  <dc:subject>PptxGenJS Presentation</dc:subject>
  <dc:creator>PptxGenJS</dc:creator>
  <cp:lastModifiedBy>Microsoft Office User</cp:lastModifiedBy>
  <cp:revision>41</cp:revision>
  <dcterms:created xsi:type="dcterms:W3CDTF">2026-06-03T07:11:21Z</dcterms:created>
  <dcterms:modified xsi:type="dcterms:W3CDTF">2026-06-04T03:54:05Z</dcterms:modified>
</cp:coreProperties>
</file>